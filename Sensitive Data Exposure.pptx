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6/11/2019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Sensitive Data Exposure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7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Am I vulnerable?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Is any sensitive data not encrypted?</a:t>
            </a:r>
          </a:p>
          <a:p>
            <a:r>
              <a:rPr lang="hu-HU" dirty="0" smtClean="0"/>
              <a:t>Is my password hashing algorithm strong enough? </a:t>
            </a:r>
          </a:p>
          <a:p>
            <a:r>
              <a:rPr lang="en-US" dirty="0" smtClean="0"/>
              <a:t>Are </a:t>
            </a:r>
            <a:r>
              <a:rPr lang="en-US" dirty="0"/>
              <a:t>any old or weak cryptographic algorithms used either by default or in older </a:t>
            </a:r>
            <a:r>
              <a:rPr lang="en-US" dirty="0" smtClean="0"/>
              <a:t>code</a:t>
            </a:r>
            <a:r>
              <a:rPr lang="hu-HU" dirty="0" smtClean="0"/>
              <a:t>? (SHA1...)</a:t>
            </a:r>
          </a:p>
          <a:p>
            <a:r>
              <a:rPr lang="hu-HU" dirty="0" smtClean="0"/>
              <a:t>Is any sensitive data transmitted in cleartext?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6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How can I prevent?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Classify all your data, which is sensitive according to privacy laws, business needs.</a:t>
            </a:r>
          </a:p>
          <a:p>
            <a:r>
              <a:rPr lang="en-US" dirty="0"/>
              <a:t>Don't store sensitive data unnecessarily</a:t>
            </a:r>
            <a:r>
              <a:rPr lang="en-US" dirty="0" smtClean="0"/>
              <a:t>.</a:t>
            </a:r>
            <a:endParaRPr lang="hu-HU" dirty="0" smtClean="0"/>
          </a:p>
          <a:p>
            <a:r>
              <a:rPr lang="hu-HU" dirty="0" smtClean="0"/>
              <a:t>Encrypt all sensitive data when you store it.</a:t>
            </a:r>
          </a:p>
          <a:p>
            <a:r>
              <a:rPr lang="hu-HU" dirty="0" smtClean="0"/>
              <a:t>Encrypt all data during transmission.</a:t>
            </a:r>
          </a:p>
          <a:p>
            <a:r>
              <a:rPr lang="en-US" dirty="0"/>
              <a:t>Store passwords using </a:t>
            </a:r>
            <a:r>
              <a:rPr lang="en-US" dirty="0" smtClean="0"/>
              <a:t>strong</a:t>
            </a:r>
            <a:r>
              <a:rPr lang="hu-HU" dirty="0" smtClean="0"/>
              <a:t>, up-to-date</a:t>
            </a:r>
            <a:r>
              <a:rPr lang="en-US" dirty="0" smtClean="0"/>
              <a:t> and </a:t>
            </a:r>
            <a:r>
              <a:rPr lang="en-US" dirty="0"/>
              <a:t>salted hashing </a:t>
            </a:r>
            <a:r>
              <a:rPr lang="en-US" dirty="0" smtClean="0"/>
              <a:t>functions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94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Keep in mind</a:t>
            </a:r>
            <a:endParaRPr lang="en-US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167" y="2222500"/>
            <a:ext cx="6463665" cy="3636963"/>
          </a:xfrm>
        </p:spPr>
      </p:pic>
    </p:spTree>
    <p:extLst>
      <p:ext uri="{BB962C8B-B14F-4D97-AF65-F5344CB8AC3E}">
        <p14:creationId xmlns:p14="http://schemas.microsoft.com/office/powerpoint/2010/main" val="2157770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TM03457503[[fn=Zitierfähig]]</Template>
  <TotalTime>0</TotalTime>
  <Words>105</Words>
  <Application>Microsoft Office PowerPoint</Application>
  <PresentationFormat>Breitbild</PresentationFormat>
  <Paragraphs>13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Century Gothic</vt:lpstr>
      <vt:lpstr>Wingdings 2</vt:lpstr>
      <vt:lpstr>Zitierfähig</vt:lpstr>
      <vt:lpstr>Sensitive Data Exposure</vt:lpstr>
      <vt:lpstr>Am I vulnerable?</vt:lpstr>
      <vt:lpstr>How can I prevent?</vt:lpstr>
      <vt:lpstr>Keep in mind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Sensitive Data Exposure</dc:title>
  <dc:creator>István Nagy</dc:creator>
  <cp:lastModifiedBy>István Nagy</cp:lastModifiedBy>
  <cp:revision>4</cp:revision>
  <dcterms:created xsi:type="dcterms:W3CDTF">2019-06-11T16:44:53Z</dcterms:created>
  <dcterms:modified xsi:type="dcterms:W3CDTF">2019-06-11T18:40:44Z</dcterms:modified>
</cp:coreProperties>
</file>